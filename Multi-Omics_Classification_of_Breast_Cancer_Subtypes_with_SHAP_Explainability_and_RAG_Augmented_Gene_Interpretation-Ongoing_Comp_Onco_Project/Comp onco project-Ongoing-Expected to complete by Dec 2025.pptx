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5" d="100"/>
          <a:sy n="65" d="100"/>
        </p:scale>
        <p:origin x="7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9BB89-6D7D-74B4-67D5-F6C2E8409E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089305-527D-871C-8C7F-20F2E89864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B331BB-4FFF-27DB-5954-FFCCB026E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0F454-E0C0-493E-88CC-EC94C44BE258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4C480-CAAF-0ACD-9A5F-873D829DC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66D7AC-09C9-27C8-DE21-D8A98A1C4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CEB95-6765-42F7-8BB2-06443647B8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8917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D7069-EBE6-B560-B097-BB396A432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87E75-AB6B-CE2A-03C8-7A87A30B19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9B3DF5-7E07-0E7E-DFA6-9B5585FE9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0F454-E0C0-493E-88CC-EC94C44BE258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0A5F18-F5AD-4EF5-DFB3-CB2A651BC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08087A-14C8-8B1B-BCFC-38CE51A6C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CEB95-6765-42F7-8BB2-06443647B8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4599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AC326-14DF-9FBD-F398-8D199FBA9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57394-9AD5-4F07-924D-6443B677E5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09A402-744F-8AE1-E342-BF2ACC883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0F454-E0C0-493E-88CC-EC94C44BE258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9E53EC-4956-CCDF-80EF-A8D805354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81E3F-CFAC-DEDF-CAEA-91688984C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CEB95-6765-42F7-8BB2-06443647B8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0519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67C13-5D6B-24EE-C000-BC4510D35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12A503-5F2D-7087-99CD-17C9A05870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154125-85E9-03FB-6ED1-60E71D1300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197CF0-F4DA-30F2-7952-3AE80FDBA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0F454-E0C0-493E-88CC-EC94C44BE258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A2C490-5CEE-AC7A-03FB-970EADD13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B3E8DD-0093-3F25-C028-A7D473E2E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CEB95-6765-42F7-8BB2-06443647B8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6099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97952-1F97-4BC8-D111-1FE408AB8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7D2146-1C93-5D25-6C80-E93D0B85F1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3AD076-B059-19C4-8ED8-1361EFCB94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505B80-6C70-CE56-A431-8E39F1266F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19D501-0318-448F-BA2A-867DC1BD0E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97FF09-5A7F-F393-7126-3B3E475E9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0F454-E0C0-493E-88CC-EC94C44BE258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2386CB-A76D-E74E-FC96-EA6B4E532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8A4879-BDFD-A2D7-B197-2151B2A14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CEB95-6765-42F7-8BB2-06443647B8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4500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B1ED9-7161-F1A4-70FD-51C23A079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54DD9C-D862-8682-8655-661FF79BB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0F454-E0C0-493E-88CC-EC94C44BE258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AB7780-DE2B-3D41-9C7E-ED3EF2667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E0E30C-BCFE-E3EF-E2F7-165385F48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CEB95-6765-42F7-8BB2-06443647B8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5663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D32BDD-152E-B2B5-B3CC-7A064B9DA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0F454-E0C0-493E-88CC-EC94C44BE258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5AB579-AE90-06BA-78FE-CED9C7B5B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D6DBFF-4B03-D046-7CE9-5F0B1D801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CEB95-6765-42F7-8BB2-06443647B8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6492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16A09-6755-B73B-B5B4-2249BCD57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1BF122-587B-13A9-D38A-80E2FE1896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DF4513-B9D7-6C36-62DA-3AB22D5AD6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8B3BB5-37FB-8E87-CBFE-7F327C825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0F454-E0C0-493E-88CC-EC94C44BE258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7E7E9F-13C4-4402-262E-DEDA4CD7B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AF595F-B551-DCC8-DF67-75FD527B1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CEB95-6765-42F7-8BB2-06443647B8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2333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C99CE-CDAE-29AA-DCEC-9D79B4CBC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A90BC1-917B-ACBF-C2D6-FA776F3F61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9A8617-A0C0-3EAB-B042-A8CA1924B8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1CB566-070B-BA3B-6984-277A96140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0F454-E0C0-493E-88CC-EC94C44BE258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E04285-BF5B-027E-C21B-DA7C73604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264A3E-5EBE-3C49-A37D-ADED76055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CEB95-6765-42F7-8BB2-06443647B8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868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E2523-84C3-3A8D-0343-82DA76F64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66624D-2007-F98A-4E10-C42510848E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B28AD1-2EBA-8EBE-3B8F-5B0E6DCDD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0F454-E0C0-493E-88CC-EC94C44BE258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06C347-3C88-75CB-8B90-CDD582723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773689-8461-35B8-41AC-8945E634A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CEB95-6765-42F7-8BB2-06443647B8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809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3DA87C-20FC-A198-11A0-6134E8FE27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52A7A0-37E0-69B0-B803-DDD0EB6386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91DF7B-2184-7F76-21D0-57857D725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0F454-E0C0-493E-88CC-EC94C44BE258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B079F9-4588-EDFC-93C5-7CC9948A8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653C8E-987F-8CA2-FF25-CDAF453AC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CEB95-6765-42F7-8BB2-06443647B8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6360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664678-8058-7271-9745-5E6E9CFDA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23E01B-D893-D821-0ADD-50E55FD9DF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67D84A-9C7E-5E38-1647-E06893B91B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E0F454-E0C0-493E-88CC-EC94C44BE258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C67509-0C61-01D1-A81D-C017AC1ABC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F7EE76-92FD-8589-91CC-C90B49AFAD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ACEB95-6765-42F7-8BB2-06443647B8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9875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61D93-3883-BD0F-1960-F0B5E5ED2E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AI-Driven Explainable Cancer Subtype Prediction (TCGA-BRCA)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1C807C-A28A-00C2-BC69-176FB04E1F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07277" y="4365522"/>
            <a:ext cx="4060723" cy="892277"/>
          </a:xfrm>
        </p:spPr>
        <p:txBody>
          <a:bodyPr>
            <a:normAutofit fontScale="85000" lnSpcReduction="10000"/>
          </a:bodyPr>
          <a:lstStyle/>
          <a:p>
            <a:r>
              <a:rPr lang="en-IN" dirty="0"/>
              <a:t>Smrithi Radhakrishnan</a:t>
            </a:r>
          </a:p>
          <a:p>
            <a:r>
              <a:rPr lang="en-IN" dirty="0"/>
              <a:t>Completion planned by 31 Dec 2025</a:t>
            </a:r>
          </a:p>
        </p:txBody>
      </p:sp>
    </p:spTree>
    <p:extLst>
      <p:ext uri="{BB962C8B-B14F-4D97-AF65-F5344CB8AC3E}">
        <p14:creationId xmlns:p14="http://schemas.microsoft.com/office/powerpoint/2010/main" val="537551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1B32D-A58E-AE25-0CDC-5F91F9BA6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67262"/>
          </a:xfrm>
        </p:spPr>
        <p:txBody>
          <a:bodyPr>
            <a:normAutofit fontScale="90000"/>
          </a:bodyPr>
          <a:lstStyle/>
          <a:p>
            <a:r>
              <a:rPr lang="en-IN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CEB75-C3E6-C2F7-06D2-B2559BA129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150374"/>
            <a:ext cx="11235813" cy="5260258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/>
              <a:t>Data preparation</a:t>
            </a:r>
            <a:r>
              <a:rPr lang="en-IN" dirty="0"/>
              <a:t>: To preprocess and integrate The Cancer Genome Atlas (TCGA) – Breast invasive carcinoma cohort (BRCA) RNA-</a:t>
            </a:r>
            <a:r>
              <a:rPr lang="en-IN" dirty="0" err="1"/>
              <a:t>Seq</a:t>
            </a:r>
            <a:r>
              <a:rPr lang="en-IN" dirty="0"/>
              <a:t> expression data with clinical metadata to create a unified analysis-ready dataset</a:t>
            </a:r>
          </a:p>
          <a:p>
            <a:r>
              <a:rPr lang="en-IN" b="1" dirty="0"/>
              <a:t>Subtype classification</a:t>
            </a:r>
            <a:r>
              <a:rPr lang="en-IN" dirty="0"/>
              <a:t>: To build a machine learning model (XG Boost) for predicting Prediction Analysis of Microarray 50 (PAM50) breast cancer molecular subtypes (Luminal A/B, Basal-like, HER-2 enriched, Normal-like)</a:t>
            </a:r>
          </a:p>
          <a:p>
            <a:r>
              <a:rPr lang="en-IN" b="1" dirty="0"/>
              <a:t>Explainability</a:t>
            </a:r>
            <a:r>
              <a:rPr lang="en-IN" dirty="0"/>
              <a:t>: To gene signatures associated with each subtype</a:t>
            </a:r>
          </a:p>
          <a:p>
            <a:r>
              <a:rPr lang="en-IN" b="1" dirty="0"/>
              <a:t>Agentic AI and RAG </a:t>
            </a:r>
            <a:r>
              <a:rPr lang="en-IN" b="1" dirty="0" err="1"/>
              <a:t>i</a:t>
            </a:r>
            <a:r>
              <a:rPr lang="en-IN" dirty="0" err="1"/>
              <a:t>apply</a:t>
            </a:r>
            <a:r>
              <a:rPr lang="en-IN" dirty="0"/>
              <a:t> Explainable AI (XAI) like SHAP, LIME to identify biologically meaningful </a:t>
            </a:r>
            <a:r>
              <a:rPr lang="en-IN" b="1" dirty="0" err="1"/>
              <a:t>ntegration</a:t>
            </a:r>
            <a:r>
              <a:rPr lang="en-IN" dirty="0"/>
              <a:t>: Implement a Retrieval Augmented Generation layer using Ollama/Gemma to generate human-interpretable explanations for subtype predictions, genes and pathways</a:t>
            </a:r>
          </a:p>
          <a:p>
            <a:r>
              <a:rPr lang="en-IN" b="1" dirty="0"/>
              <a:t>Conversational interface: </a:t>
            </a:r>
            <a:r>
              <a:rPr lang="en-IN" dirty="0"/>
              <a:t>Build a RASA-NLU chatbot capable of answering research questions about subtypes, biomarkers and model outputs</a:t>
            </a:r>
          </a:p>
          <a:p>
            <a:r>
              <a:rPr lang="en-IN" b="1" dirty="0"/>
              <a:t>Deployment: </a:t>
            </a:r>
            <a:r>
              <a:rPr lang="en-IN" dirty="0"/>
              <a:t>Deploy the pipeline using </a:t>
            </a:r>
            <a:r>
              <a:rPr lang="en-IN" dirty="0" err="1"/>
              <a:t>Streamlit</a:t>
            </a:r>
            <a:r>
              <a:rPr lang="en-IN" dirty="0"/>
              <a:t> to allow users/researchers to interactively explore predictions and explanations in real time</a:t>
            </a:r>
            <a:endParaRPr lang="en-IN" b="1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4228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0EF62-97D7-553F-2D5F-0EAD69D6F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 preprocessing and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0C430A-B6F2-4DAE-13A3-471B02F717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221214"/>
          </a:xfrm>
        </p:spPr>
        <p:txBody>
          <a:bodyPr>
            <a:normAutofit fontScale="85000" lnSpcReduction="20000"/>
          </a:bodyPr>
          <a:lstStyle/>
          <a:p>
            <a:r>
              <a:rPr lang="en-IN" dirty="0"/>
              <a:t>Loaded expression and phenotype files. Expression file contains the gene expressions of patient samples</a:t>
            </a:r>
          </a:p>
          <a:p>
            <a:r>
              <a:rPr lang="en-IN" dirty="0"/>
              <a:t>Expression dataset contains (genes, patient samples) and phenotype dataset contains (patient samples, clinical metadata). Transpose of expression dataset was carried out to change the patient samples to row ids</a:t>
            </a:r>
          </a:p>
          <a:p>
            <a:r>
              <a:rPr lang="en-IN" dirty="0"/>
              <a:t>Normalize sample ids – The samples in expression should match with phenotypes dataset. So when we normalize we only retain the samples which are there in both the datasets</a:t>
            </a:r>
          </a:p>
          <a:p>
            <a:r>
              <a:rPr lang="en-IN" dirty="0"/>
              <a:t>Found PAM50 / subtype column in phenotype dataset. Renamed the subtypes with full names</a:t>
            </a:r>
          </a:p>
          <a:p>
            <a:r>
              <a:rPr lang="en-IN" dirty="0"/>
              <a:t>Aligned the X(features) and y(labels). Removed missing values and retained only numeric values</a:t>
            </a:r>
          </a:p>
          <a:p>
            <a:r>
              <a:rPr lang="en-IN" dirty="0"/>
              <a:t>Retained the top most variable 5000 genes</a:t>
            </a:r>
          </a:p>
        </p:txBody>
      </p:sp>
    </p:spTree>
    <p:extLst>
      <p:ext uri="{BB962C8B-B14F-4D97-AF65-F5344CB8AC3E}">
        <p14:creationId xmlns:p14="http://schemas.microsoft.com/office/powerpoint/2010/main" val="2524199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27B1B-A274-95FD-CE1E-8194576E0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211549-D8A9-1AC1-A28D-D77077F8E7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05285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1437</TotalTime>
  <Words>306</Words>
  <Application>Microsoft Office PowerPoint</Application>
  <PresentationFormat>Widescreen</PresentationFormat>
  <Paragraphs>18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AI-Driven Explainable Cancer Subtype Prediction (TCGA-BRCA)</vt:lpstr>
      <vt:lpstr>Objectives</vt:lpstr>
      <vt:lpstr>Data preprocessing and integration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Smrithi Radhakrishnan</dc:creator>
  <cp:lastModifiedBy>Smrithi Radhakrishnan</cp:lastModifiedBy>
  <cp:revision>4</cp:revision>
  <dcterms:created xsi:type="dcterms:W3CDTF">2025-12-03T09:09:11Z</dcterms:created>
  <dcterms:modified xsi:type="dcterms:W3CDTF">2025-12-04T09:07:09Z</dcterms:modified>
</cp:coreProperties>
</file>